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2-HOUR, CONSOLE-FIRST CLASS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Datomic Console — Wall to Wall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pane. Every control. One small store database.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TONIGHT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Tonight's route — two hours, ten moves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 — what Console 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647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764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 + window anatomy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0" y="1764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2037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2037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tree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75520" y="22037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6426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26426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Query tab wall to wall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75520" y="26426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 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081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30815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Entities tab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Transactions tab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min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959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39593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Indexes tab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7552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min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398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43982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— as-of / since / history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875520" y="4398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min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48371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828800" y="48371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sources + multi-db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75520" y="4837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min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52760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§9–10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828800" y="52760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Limits + student exercises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875520" y="5276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§0 · 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Console is — and is not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 NOT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graphical peer for on-prem Datomic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browser, query builder, entity walker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Transaction log zoom + raw index browser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as-of / since / history on every tab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Named data sources, including multi-db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Read-only by design (no transact UI)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Datomic Cloud's operational UI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write console or admin panel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pull / rules / d/with builder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Durable saved-query storage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substitute for the REPL in CI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 to unbounded-scan prod casually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§0 · 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bet of the class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 is a read-only peer UI over every Datomic read surface.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it to see. Use the REPL to script.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Companion: src/datomic_console/labs.clj  ·  (seed!) once, then live in the browser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+ window anatomy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Storage URI · alias · browser · the five panes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§1 · LAUNCH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infra as Production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Docker Postgres + Pro transactor (infra/)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clj -M:infra:repl  →  (require 'datomic-console.labs)  →  (seed!)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Creates two DBs: store (rich history) and warehouse (tiny multi-db peer)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seed! is idempotent — re-run if someone mutates the data mid-class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164592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94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infra/docker-compose.yml up -d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$DATOMIC/bin/transactor infra/pg-transactor.properties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clj -M:infra:repl   ; (datomic-console.labs/seed!)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§1 · LAUNCH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bin/console — the one command that trips everyone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219456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$DATOMIC/bin/console -p 8080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pg "datomic:sql://?jdbc:postgresql://localhost:5432/datomic?user=datomic&amp;password=datomic"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http://localhost:8080/browse/   ·  Chrome recommended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URI has NO database name — Console lists every DB in that storage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Alias pg is the label in the Storage dropdown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may pass multiple alias / URI pairs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Console is a peer: object cache, reads storage directly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§1 · LAUNCH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say out loud at start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Storage URI ≠ database URI — no db name on the command 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storage: pg  ·  DB: store  — pick both before querying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Stopping the transactor does NOT stop Console reads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Console never writes — still treat queries as load on prod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Saved queries die with the process — they are not durable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§1 · ANATOMY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— project once, then stop narrating chrome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 |  DB  |  as-of  |  since  |  history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926080" cy="329184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tree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2148840"/>
            <a:ext cx="7955280" cy="146304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651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Query  ·  Entities  ·  Transactions  ·  Indexes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3794760"/>
            <a:ext cx="7955280" cy="164592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set  (results)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2926080" cy="6400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715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later section is one of these panes, full depth.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§1 · ANATOMY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Open store and confirm the seed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Storage: pg  ·  DB: store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tree shows product / customer / order / line / tx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products: TEE-001, MUG-001, EBOOK-01, HOOD-001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orders: ORD-1001 … ORD-1003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 verifier: see labs.clj §1 slide 9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tree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Attributes are entities — visible in a tree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§2 · 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Expand the tree, attribute by attribute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Expand product → list of attributes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product/sku → valueType string, cardinality one, unique identity, doc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product/tags → cardinality many (contrast with sku)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product/category → valueType ref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:category/apparel — enums are entities with :db/ident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order/lines → isComponent true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Teaching point: the tree IS a query over attributes-as-entities. No external metadata.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§2 · 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schema exists for class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:product/sku unique/identity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0" y="1371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AVET + identity demos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:product/tags card-many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entity tree + :with trap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:product/category → idents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enums in the schema tree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:order/lines component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nested Entities expand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:order/customer, :line/product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reverse nav (VAET)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:tx/user, :tx/note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annotated txs in Transactions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4937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DBs store + warehouse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multi-db data sources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§2 · 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 mirror of the tree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10698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product attributes as the schema tree shows them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(d/q '[:find ?a ?vt ?card ?uniq :where ...]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(store-db))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(d/pull (store-db)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'[:db/ident :db/isComponent :db/doc :db/cardinality]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:order/lines)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tab — wall to wall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Builder · text · :in · :with · save ·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 · QUERY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Minimal query in the builder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find:  ?sku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where:  _  |  :product/sku  |  ?sku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query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Dataset caption: shape + count (4)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Sort by clicking column headers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Leave this query open — we build on it.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 · QUERY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Two views, one query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the TEXT box on the right — builder fields sync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a builder field — text syncs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 from application code; paste 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whole point of the dual UI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164592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94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[:find ?sku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:where [_ :product/sku ?sku]]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 · QUERY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· Joins in the where table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rows with + ; reorder with arrows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?e | :product/sku     | ?sku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?e | :product/price   | ?price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?e | :product/active? | true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find: ?sku ?price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active products remain (EBOOK-01 drops out later in history)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 · QUERY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· :in parameters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table:  ?min  |  2000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a predicate row: [(&gt; ?price ?min)]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find: ?sku ?price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 always means the current DB (respects as-of/since/history)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9476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[:find ?sku ?price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:in $ ?min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:where [?e :product/sku ?sku]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[?e :product/price ?price]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[(&gt; ?price ?min)]]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 · QUERY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· The :with trap (card-many)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:find ?sku  (tags joined)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:find ?sku ?tag   or   :with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sku + tags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still 4 rows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?tag is projected away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 semantics hide card-many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Looks 'fine' — and lies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:find ?sku ?tag → 8 rows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:with ?tag also yields 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:with = do not dedupe on these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is NOT group-by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Domain-modeling Part 2 same trap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 · QUERY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· Dataset → Entities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Return entity ids in the find clause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Click an eid in the dataset → Entities tab opens on that entity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primary navigation path into the graph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Console Entity ID field wants a numeric eid or :db/ident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Lookup refs like [:order/id "ORD-1001"] are NOT accepted there — query first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 · QUERY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 · Save queries (and their limit)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/ − and combobox above the query text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Save the join you just built; reload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Saved queries are process-local — Console restart = gone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team knowledge base; not durable configuration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you need durable queries, put them in code.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 · QUERY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· Live join — Bruna's orders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[:find ?oid ?status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:in $ ?email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:where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[?c :customer/email ?email]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[?o :order/customer ?c]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[?o :order/id ?oid]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[?o :order/status ?s]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[?s :db/ident ?status]]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?email = "bruna@example.com"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=&gt; #{["ORD-1001" :status/shipped]}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§3 · QUERY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Query-centric, not pull-centric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There is no pull builder in Console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rules editor, no d/with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the UI runs out, drop to labs.clj against the same DB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Console shows; REPL scripts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Entities tab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 walk both directions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§4 · ENTITIES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Walk ORD-1001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Query results, click the eid of ORD-1001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Expand :order/customer → Bruna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Expand :order/lines → each line → :line/product → product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a product, find reverse refs — who points HERE?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Walk product → lines → orders → other customers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Teaching point: the graph database costume. Refs are bidirectional at read time.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§4 · ENTITIES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 and reverse refs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isComponent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Reverse navigation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order/lines is component true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Affects cascading retract + default pull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Tree still expands either way in Console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Does not create a separate "document store"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VAET makes "who points at me?" free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Entities tab surfaces reverse refs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idea as _ in pull syntax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REPL: query line/product → order/lines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§4 · ENTITIES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 mirror — pull tree for ORD-1001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10698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(d/pull (store-db)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'[:order/id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{:order/status [:db/ident]}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{:order/customer [:customer/email :customer/name]}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{:order/lines [:line/qty :line/unit-price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{:line/product [:product/sku :product/name]}]}]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[:order/id "ORD-1001"])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 tab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Zoom from day to datom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§5 · TRANSACTIONS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chart has shape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seed! backdated :db/txInstant from 2024-01 through 2024-07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Without that, every tx lands in one wall-clock second → one spike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Day / Hour / Minute: bars = transaction counts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Second scale: bars = datom counts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Click a second → dataset fills with raw datoms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§5 · TRANSACTIONS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Find the price change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Transactions — bars span Jan → Jul 2024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Drill into May (busy month)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Hour → Minute → Second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pricing tx ("Q2 price list — TEE-001")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Dataset shows: retract old price + assert new + :tx/user + :tx/note + :db/txInstant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Pan with arrows; zoom out with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Teaching point: the log IS browsable. Transactions are entities.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§5 · TRANSACTIONS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Annotated transactions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:tx/user and :tx/note are ordinary attributes on the tx entity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idea as domain-modeling §4.2 — Console just renders them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seeded batch has a note: schema, catalog, checkouts, pricing, ops, support, merch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REPL: query ?tx :tx/note + :db/txInstant; or d/tx-range on the log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Indexes tab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EAVT · AEVT · AVET · VAET — raw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§6 · INDEXES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sorts of the same datoms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EAVT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entity → attr → value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"row" of an entity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1064240" cy="82296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AEVT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attr → entity → value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8952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 store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11064240" cy="82296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attr → value → entity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key-value / unique lookup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26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7744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C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→ attr → entity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0" y="4526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reverse refs / graph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§6 · INDEXES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Five lookups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AVET + :product/sku + "TEE-001" → unique identity lookup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AVET + :product/price (no value) → prices as a sorted column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EAVT + eid of ORD-1001 → every attr on that order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AEVT + :order/status → status column across orders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VAET + customer eid + :order/customer → who points at Bruna?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four indexes as domain-modeling Part 6 — Console pages them without d/datoms.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filters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as-of · since · history — top bar rebinds $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§7 ·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top bar rebinds every tab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as-of / since / history are database-value features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query syntax — they change what $ means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Apply to Query, Entities, Transactions, Indexes alike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Under the hood: d/as-of, d/since, d/history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§7 ·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A · as-of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 as-of to 2024-04-15 (calendar picker)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Query TEE-001 price → 2900 (pre-May hike)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 as-of → 2500 (after summer sale)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can also enter a t value or tx entity 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1064240" cy="164592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776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{:apr-15 2900   ; as-of 2024-04-15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:may-15 3400   ; as-of 2024-05-15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:today  2500}  ; present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§7 ·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B · since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since 2024-06-01 → only novelty after that point is visible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Good for "what changed this quarter?"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Sparse by design — most entities disappear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 with history carefully; explain the intersection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§7 ·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C · history checkbox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history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Query price for TEE-001 with ?price ?tx ?added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assert/retract pairs: 2900 → 3400 → 2500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Uncheck → only the present value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64240" cy="228600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6118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history db — every price assertion and retraction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([2900 #inst "2024-01-05" true]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[2900 #inst "2024-05-01" false]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[3400 #inst "2024-05-01" true]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[3400 #inst "2024-07-01" false]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[2500 #inst "2024-07-01" true])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§7 ·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D · as-of + Entities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as-of 2024-05-09 on TEE-001's entity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Tags still include "bestseller"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as-of 2024-05-11 → bestseller gone (retracted May 10)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entity, different database values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Named dbs · multi-db joins · datasets as inputs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§8 · DATA 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Save two databases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sources pane — lower left — use +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DB=store, save source "store-now"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 DB dropdown to warehouse, save "warehouse"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 is just the default input; named sources are extra inputs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§8 · DATA 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CONSOLE · Multi-db join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10698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[:find ?sku ?price ?n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:in $store $stock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:where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[$store ?p :product/sku ?sku]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[$store ?p :product/price ?price]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[$stock ?s :sku/code ?sku]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[$stock ?s :sku/on-hand ?n]]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2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bind $store → store-now, $stock → warehouse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Join store prices to warehouse on-hand on the sku string.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§8 · DATA 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as sources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a query; save its result set as a named data source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 it into a later query as a tuple binding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Console standing in for application-level pipelines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Still process-local — restart clears them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Limits, safety, judgment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Console · when REPL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§9 · LIMITS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coverage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CONSOLE COVERS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CONSOLE MISSES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tree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 (builder + text)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entities graph walk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tx log browse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datoms / indexes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as-of / since /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sources / multi-db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transact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pull builder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d/with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d/filter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tx-report-queue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durable saved queries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§9 · LIMITS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— say this before prod tomorrow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Console is a peer — it caches segments in the object cache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Unbounded queries against a huge prod DB from a laptop can hurt 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Read-only UI ≠ free load; treat exploration as production traffic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Chrome recommended; other browsers can mis-draw the Transactions chart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On-prem peer tool — Cloud has different operational surfaces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§9 · LIMITS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each tool wins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1325880"/>
            <a:ext cx="5303520" cy="4754880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CONSOLE SHINES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886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 WINS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Onboarding a colleague to a schema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Auditing what happened to entity 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Showing non-Clojure stakeholders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Teaching (this class)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Exploratory time travel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Rules, pull, d/with, filters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Tx functions, report queue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Repeatable scripts and tests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 and automation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Large analytical queries you time and tune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drive — instructor only unsticks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§10 · EXERCISES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problems · fifteen minutes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Schema — uniqueness of :customer/email? valueType of :order/status?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Query — paid/shipped orders with customer name + line count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Time — ORD-1001 status as-of 2024-05-02 vs 2024-05-04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Multi-db — which active product has the lowest on-hand?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Solutions live at the bottom of labs.clj §10.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§10 · EXERCISES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answers (reveal after)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:db.unique/identity · :db.type/ref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ORD-1001 Bruna 2 · ORD-1003 Nikita 2  (ORD-1002 cancelled)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:status/paid → :status/shipped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HOOD-001 with 18 units (EBOOK is inactive)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class in one sentence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 is a read-only peer UI over every Datomic read surface — use it to see; use the REPL to script.</a:t>
            </a:r>
            <a:endParaRPr lang="en-US" sz="2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56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30352"/>
            <a:ext cx="11064240" cy="13716"/>
          </a:xfrm>
          <a:prstGeom prst="rect">
            <a:avLst/>
          </a:prstGeom>
          <a:solidFill>
            <a:srgbClr val="C6A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docs.datomic.com/resources/console.html — official Console reference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src/datomic_console/labs.clj — seed, click paths, REPL verifiers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domain-modeling-with-datoms — why the four indexes matter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datomic-infrastructure — the peer you just pointed Console 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6B5A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bin/console -p port alias uri [alias uri]+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6A4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 OF CLASS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open a production schema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CFA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never seen.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D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the tree. Stay curious. Drop to the REPL when the UI runs out.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Datomic Console — Wall to Wall</dc:title>
  <dc:subject>PptxGenJS Presentation</dc:subject>
  <dc:creator>Datomic Classes</dc:creator>
  <cp:lastModifiedBy>Datomic Classes</cp:lastModifiedBy>
  <cp:revision>1</cp:revision>
  <dcterms:created xsi:type="dcterms:W3CDTF">2026-08-06T21:41:02Z</dcterms:created>
  <dcterms:modified xsi:type="dcterms:W3CDTF">2026-08-06T21:41:02Z</dcterms:modified>
</cp:coreProperties>
</file>